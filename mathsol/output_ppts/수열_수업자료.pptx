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수학 수업 자료: 수열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5개의 문제 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등차수열의 일반항을 구하시오.</a:t>
            </a:r>
          </a:p>
        </p:txBody>
      </p:sp>
      <p:pic>
        <p:nvPicPr>
          <p:cNvPr id="3" name="Picture 2" descr="problem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등차수열의 일반항을 구하시오.</a:t>
            </a:r>
          </a:p>
        </p:txBody>
      </p:sp>
      <p:pic>
        <p:nvPicPr>
          <p:cNvPr id="3" name="Picture 2" descr="answer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등비수열의 공비를 구하시오.</a:t>
            </a:r>
          </a:p>
        </p:txBody>
      </p:sp>
      <p:pic>
        <p:nvPicPr>
          <p:cNvPr id="3" name="Picture 2" descr="problem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등비수열의 공비를 구하시오.</a:t>
            </a:r>
          </a:p>
        </p:txBody>
      </p:sp>
      <p:pic>
        <p:nvPicPr>
          <p:cNvPr id="3" name="Picture 2" descr="answer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수열의 합을 구하시오.</a:t>
            </a:r>
          </a:p>
        </p:txBody>
      </p:sp>
      <p:pic>
        <p:nvPicPr>
          <p:cNvPr id="3" name="Picture 2" descr="problem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수열의 합을 구하시오.</a:t>
            </a:r>
          </a:p>
        </p:txBody>
      </p:sp>
      <p:pic>
        <p:nvPicPr>
          <p:cNvPr id="3" name="Picture 2" descr="answer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수열 {a_n}이 a₁=1, a_{n+1}=2a_n+1 (n=1, 2, 3, ...) 을 만족시킬 때, a₅의 값을 구하시오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문제 이미지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수열 {a_n}이 a₁=1, a_{n+1}=2a_n+1 (n=1, 2, 3, ...) 을 만족시킬 때, a₅의 값을 구하시오</a:t>
            </a:r>
          </a:p>
        </p:txBody>
      </p:sp>
      <p:pic>
        <p:nvPicPr>
          <p:cNvPr id="3" name="Picture 2" descr="answer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다음 식의 값을 구하시오. Σ_{k=1}^{10} (k²+k)</a:t>
            </a:r>
          </a:p>
        </p:txBody>
      </p:sp>
      <p:pic>
        <p:nvPicPr>
          <p:cNvPr id="3" name="Picture 2" descr="problem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다음 식의 값을 구하시오. Σ_{k=1}^{10} (k²+k)</a:t>
            </a:r>
          </a:p>
        </p:txBody>
      </p:sp>
      <p:pic>
        <p:nvPicPr>
          <p:cNvPr id="3" name="Picture 2" descr="answer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