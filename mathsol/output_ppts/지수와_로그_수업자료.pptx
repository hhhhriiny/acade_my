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수학 수업 자료: 지수와 로그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3개의 문제 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- 다음 지수식을 간단히 하시오.</a:t>
            </a:r>
          </a:p>
        </p:txBody>
      </p:sp>
      <p:pic>
        <p:nvPicPr>
          <p:cNvPr id="3" name="Picture 2" descr="proble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정답 - 다음 지수식을 간단히 하시오.</a:t>
            </a:r>
          </a:p>
        </p:txBody>
      </p:sp>
      <p:pic>
        <p:nvPicPr>
          <p:cNvPr id="3" name="Picture 2" descr="answ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- 다음 식의 값을 구하시오.</a:t>
            </a:r>
          </a:p>
        </p:txBody>
      </p:sp>
      <p:pic>
        <p:nvPicPr>
          <p:cNvPr id="3" name="Picture 2" descr="problem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정답 - 다음 식의 값을 구하시오.</a:t>
            </a:r>
          </a:p>
        </p:txBody>
      </p:sp>
      <p:pic>
        <p:nvPicPr>
          <p:cNvPr id="3" name="Picture 2" descr="answer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- 지수방정식의 해를 구하시오.</a:t>
            </a:r>
          </a:p>
        </p:txBody>
      </p:sp>
      <p:pic>
        <p:nvPicPr>
          <p:cNvPr id="3" name="Picture 2" descr="problem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정답 - 지수방정식의 해를 구하시오.</a:t>
            </a:r>
          </a:p>
        </p:txBody>
      </p:sp>
      <p:pic>
        <p:nvPicPr>
          <p:cNvPr id="3" name="Picture 2" descr="answ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972800" cy="24015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